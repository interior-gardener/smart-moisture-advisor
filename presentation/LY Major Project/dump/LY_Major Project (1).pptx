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F9Nbm/PXvL9U+3t3AJwWYRrQ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a4eb7b871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a4eb7b871_6_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da4eb7b871_6_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visualstudio.microsoft.com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blender.or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nity.com" TargetMode="External"/><Relationship Id="rId11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https://www.inworld.ai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meta.co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182000" y="1207325"/>
            <a:ext cx="10904400" cy="47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Atomix - Your personal laboratory with AI</a:t>
            </a:r>
            <a:endParaRPr sz="24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400" b="1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1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Members</a:t>
            </a:r>
            <a:r>
              <a:rPr lang="en-IN" sz="25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100" b="1" dirty="0">
                <a:latin typeface="Times New Roman"/>
                <a:ea typeface="Times New Roman"/>
                <a:cs typeface="Times New Roman"/>
                <a:sym typeface="Times New Roman"/>
              </a:rPr>
              <a:t>     LY_Comps_B_62 - Kartik Verma</a:t>
            </a:r>
            <a:endParaRPr sz="21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LY_Comps_B_50 - </a:t>
            </a:r>
            <a:r>
              <a:rPr lang="en-IN" sz="2100" b="1" dirty="0">
                <a:latin typeface="Times New Roman"/>
                <a:ea typeface="Times New Roman"/>
                <a:cs typeface="Times New Roman"/>
                <a:sym typeface="Times New Roman"/>
              </a:rPr>
              <a:t>Kushal Soni</a:t>
            </a:r>
            <a:r>
              <a:rPr lang="en-IN" sz="2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IN" sz="21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LY_Comps_B</a:t>
            </a:r>
            <a:r>
              <a:rPr lang="en-IN" sz="21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_56 - </a:t>
            </a:r>
            <a:r>
              <a:rPr lang="en-IN" sz="2100" b="1" dirty="0">
                <a:latin typeface="Times New Roman"/>
                <a:ea typeface="Times New Roman"/>
                <a:cs typeface="Times New Roman"/>
                <a:sym typeface="Times New Roman"/>
              </a:rPr>
              <a:t>Dhir Thakar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100" b="1" dirty="0">
                <a:latin typeface="Times New Roman"/>
                <a:ea typeface="Times New Roman"/>
                <a:cs typeface="Times New Roman"/>
                <a:sym typeface="Times New Roman"/>
              </a:rPr>
              <a:t>								</a:t>
            </a:r>
            <a:endParaRPr sz="2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200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1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</a:t>
            </a:r>
            <a:r>
              <a:rPr lang="en-IN" sz="2100" b="1" dirty="0">
                <a:latin typeface="Times New Roman"/>
                <a:ea typeface="Times New Roman"/>
                <a:cs typeface="Times New Roman"/>
                <a:sym typeface="Times New Roman"/>
              </a:rPr>
              <a:t> Dr. Madhura Phadke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 descr="image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 descr="image.png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299626" y="1481559"/>
            <a:ext cx="108924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</a:t>
            </a:r>
            <a:endParaRPr sz="35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182000" y="1634625"/>
            <a:ext cx="110100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IN" sz="2000" b="0" i="0" u="none" strike="noStrik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" descr="image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 descr="image.png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358442" y="1208693"/>
            <a:ext cx="7980900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IN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 of Presentation</a:t>
            </a:r>
            <a:endParaRPr sz="700"/>
          </a:p>
          <a:p>
            <a:pPr marL="457200" marR="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IN" sz="1700" b="0" i="0" u="none" strike="noStrik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IN" sz="1700" b="0" i="0" u="none" strike="noStrik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/ Finding of Literature Survey</a:t>
            </a:r>
            <a:endParaRPr sz="700"/>
          </a:p>
          <a:p>
            <a:pPr marL="457200" marR="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IN" sz="1700" b="0" i="0" u="none" strike="noStrik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 &amp; Architecture</a:t>
            </a:r>
            <a:endParaRPr sz="700"/>
          </a:p>
          <a:p>
            <a:pPr marL="457200" marR="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IN" sz="1700" b="0" i="0" u="none" strike="noStrik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Methodology( Algorithm / Flowchart etc)</a:t>
            </a:r>
            <a:endParaRPr sz="700"/>
          </a:p>
          <a:p>
            <a:pPr marL="457200" marR="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IN" sz="1700" b="0" i="0" u="none" strike="noStrik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&amp; Audio demonstration of Running Project(5Mins)</a:t>
            </a:r>
            <a:endParaRPr sz="700"/>
          </a:p>
          <a:p>
            <a:pPr marL="457200" marR="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IN" sz="1700" b="0" i="0" u="none" strike="noStrik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700"/>
          </a:p>
          <a:p>
            <a:pPr marL="457200" marR="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IN" sz="1700" b="0" i="0" u="none" strike="noStrik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700"/>
          </a:p>
          <a:p>
            <a:pPr marL="457200" marR="0" lvl="0" indent="-412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IN" sz="1700" b="0" i="0" u="none" strike="noStrik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7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1394300" y="1721125"/>
            <a:ext cx="105966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chemistry labs have limitations such as high cost, safety risks, and limited access.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Virtual laboratories provide a safe and interactive environment for performing experiments.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develops a Unity-based 3D Virtual Chemistry Lab for experiments, It also includes molecular-level visualization of chemical reactions.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freely choose chemicals, quantities, and procedures instead of fixed steps.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 assistant provides explanations through both text and voice to enhance understanding. It is voice-controlled, and it delivers responses in voice as well.</a:t>
            </a:r>
            <a:endParaRPr sz="29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4" descr="image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 descr="image.png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4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4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1182000" y="1634625"/>
            <a:ext cx="8404800" cy="32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IN" sz="2000" b="0" i="0" u="none" strike="noStrike" cap="non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3" descr="image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 descr="image.png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3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1394292" y="1436943"/>
            <a:ext cx="7980900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/ Finding of Literature Survey</a:t>
            </a:r>
            <a:endParaRPr sz="24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94300" y="1980275"/>
            <a:ext cx="10488126" cy="440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1182000" y="1634625"/>
            <a:ext cx="11010000" cy="424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IN" sz="2000" b="0" i="0" u="none" strike="noStrike" cap="none" dirty="0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5" descr="image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 descr="image.png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5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391675" y="1284596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 &amp; Architecture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5" title="ChatGPT Image Mar 24, 2026, 09_11_02 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51800" y="1863050"/>
            <a:ext cx="9297800" cy="45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 title="ChatGPT Image Mar 27, 2026, 12_07_40 AM.png"/>
          <p:cNvPicPr preferRelativeResize="0"/>
          <p:nvPr/>
        </p:nvPicPr>
        <p:blipFill rotWithShape="1">
          <a:blip r:embed="rId8">
            <a:alphaModFix/>
          </a:blip>
          <a:srcRect b="12664"/>
          <a:stretch/>
        </p:blipFill>
        <p:spPr>
          <a:xfrm>
            <a:off x="1501825" y="1914475"/>
            <a:ext cx="9297800" cy="46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1394300" y="1355825"/>
            <a:ext cx="6560700" cy="4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I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Measurement constraints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-Least count, calibration, and uncertainty are important.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I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action validation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-Capture and validate user actions against correct procedures in real time.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I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Chemical reaction simulation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-Simulate chemical reactions and macroscopic outcomes using core chemistry equations.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IN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Molecular visualizations</a:t>
            </a:r>
            <a:r>
              <a:rPr lang="en-IN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-Link actions to molecular-level visualizations for conceptual understanding.</a:t>
            </a:r>
            <a:endParaRPr sz="24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6" descr="image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 descr="image.png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6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394300" y="1259966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Methodology( Flowchart)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6"/>
          <p:cNvPicPr preferRelativeResize="0"/>
          <p:nvPr/>
        </p:nvPicPr>
        <p:blipFill rotWithShape="1">
          <a:blip r:embed="rId7">
            <a:alphaModFix/>
          </a:blip>
          <a:srcRect l="15324" r="3855" b="19342"/>
          <a:stretch/>
        </p:blipFill>
        <p:spPr>
          <a:xfrm>
            <a:off x="7875816" y="990700"/>
            <a:ext cx="4084959" cy="54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1182000" y="1436943"/>
            <a:ext cx="11010000" cy="443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 dirty="0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7" descr="image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 descr="image.png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7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567575" y="6474373"/>
            <a:ext cx="11624400" cy="383700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1321761" y="1210406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&amp; Audio demonstration of Running Project(5Mins) </a:t>
            </a:r>
            <a:endParaRPr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1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31563" y="1881350"/>
            <a:ext cx="3269249" cy="226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8">
            <a:alphaModFix/>
          </a:blip>
          <a:srcRect l="14852" t="12657" r="20686" b="29231"/>
          <a:stretch/>
        </p:blipFill>
        <p:spPr>
          <a:xfrm>
            <a:off x="4832750" y="1881350"/>
            <a:ext cx="3607723" cy="226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57175" y="4200088"/>
            <a:ext cx="3859648" cy="213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72425" y="1881350"/>
            <a:ext cx="3468425" cy="226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8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1707700" y="1436950"/>
            <a:ext cx="110100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developed an interactive virtual chemistry lab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Enabled safe experimentation without real chemicals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real-time interaction with lab objects and reactions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AI-based Lab Assistant for guidance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8" descr="image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 descr="image.png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8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1385717" y="1436943"/>
            <a:ext cx="7980900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24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1299625" y="1670450"/>
            <a:ext cx="104619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provides a safe and cost-effective virtual chemistry learning platform.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Enables free experimentation similar to a real laboratory environment.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assistant helps students understand mistakes and chemical concepts easily.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Molecular visualization and graphs improve conceptual understanding of reactions.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system makes chemistry learning interactive, visual, and engaging.</a:t>
            </a:r>
            <a:endParaRPr sz="15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0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523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6E3F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IN" sz="17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						</a:t>
            </a:r>
            <a:r>
              <a:rPr lang="en-IN" sz="17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        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9" descr="image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 descr="image.png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9" descr="C:\Users\Aarti Sahitya\Desktop\collegelogo1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9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24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" y="-20450"/>
            <a:ext cx="566975" cy="6878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9950" y="-20450"/>
            <a:ext cx="209675" cy="546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1389" y="-20457"/>
            <a:ext cx="566958" cy="546113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0"/>
          <p:cNvSpPr txBox="1">
            <a:spLocks noGrp="1"/>
          </p:cNvSpPr>
          <p:nvPr>
            <p:ph type="ctrTitle"/>
          </p:nvPr>
        </p:nvSpPr>
        <p:spPr>
          <a:xfrm>
            <a:off x="8257406" y="2740265"/>
            <a:ext cx="3733500" cy="23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24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rgbClr val="C00000"/>
              </a:solidFill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1494975" y="1890150"/>
            <a:ext cx="10556700" cy="42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Unity Technologies, “Unity Real-Time Development Platform,” 2024. [Online]. Available:</a:t>
            </a:r>
            <a:r>
              <a:rPr lang="en-IN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https://unity.com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Blender Foundation, “Blender – Open Source 3D Creation Suite,” 2024. [Online]. Available:</a:t>
            </a:r>
            <a:r>
              <a:rPr lang="en-IN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https://www.blender.org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Microsoft, “Visual Studio IDE,” 2024. [Online]. Available:</a:t>
            </a:r>
            <a:r>
              <a:rPr lang="en-IN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https://visualstudio.microsoft.com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Meta Platforms Inc., “Meta Quest 2 – VR Headset,” 2023. [Online]. Available:</a:t>
            </a:r>
            <a:r>
              <a:rPr lang="en-IN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https://www.meta.com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Inworld AI, “Inworld AI Platform for Virtual Characters,” 2024. [Online]. Available:</a:t>
            </a:r>
            <a:r>
              <a:rPr lang="en-IN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https://www.inworld.ai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0" descr="image.png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 descr="image.png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10" descr="C:\Users\Aarti Sahitya\Desktop\collegelogo1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99625" y="48720"/>
            <a:ext cx="7655189" cy="1307114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567575" y="6474373"/>
            <a:ext cx="11624425" cy="383628"/>
          </a:xfrm>
          <a:prstGeom prst="rect">
            <a:avLst/>
          </a:prstGeom>
          <a:solidFill>
            <a:srgbClr val="FF0000"/>
          </a:solidFill>
          <a:ln w="25400" cap="flat" cmpd="sng">
            <a:solidFill>
              <a:srgbClr val="1570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1394292" y="1436943"/>
            <a:ext cx="7980935" cy="6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000" b="1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endParaRPr sz="24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da4eb7b871_6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25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F1BD8BD-466E-4908-8563-2001348EBEE5}">
  <we:reference id="cba9fc06-6fc9-492e-9525-923870a3b909" version="2.0.0.0" store="EXCatalog" storeType="EXCatalog"/>
  <we:alternateReferences>
    <we:reference id="WA200010215" version="2.0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601</Words>
  <Application>Microsoft Office PowerPoint</Application>
  <PresentationFormat>Widescreen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Noto Sans Symbols</vt:lpstr>
      <vt:lpstr>Times New Roman</vt:lpstr>
      <vt:lpstr>1_Office Theme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COMP_FY_B_62_23/24_VERMA_KARTIK</cp:lastModifiedBy>
  <cp:revision>5</cp:revision>
  <dcterms:modified xsi:type="dcterms:W3CDTF">2026-10-19T14:34:41Z</dcterms:modified>
</cp:coreProperties>
</file>